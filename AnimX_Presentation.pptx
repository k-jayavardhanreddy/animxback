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572000" cy="6400800"/>
          </a:xfrm>
          <a:prstGeom prst="rect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6858000" y="-457200"/>
            <a:ext cx="3657600" cy="6400800"/>
          </a:xfrm>
          <a:prstGeom prst="rect">
            <a:avLst/>
          </a:prstGeom>
          <a:solidFill>
            <a:srgbClr val="A855F7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2377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FRAMEWORK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Once. Animate Anywhere.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animation library for React — powered by GSAP, Framer Motion, CSS &amp; Tailwind.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architecture · NPM published · 14+ ready-to-use components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1115568" cy="2743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34340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4343400"/>
            <a:ext cx="1115568" cy="274320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434340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4343400"/>
            <a:ext cx="1115568" cy="274320"/>
          </a:xfrm>
          <a:prstGeom prst="rect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434340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4343400"/>
            <a:ext cx="1115568" cy="27432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434340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0D2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828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v0.1.1  ·  MIT License  ·  npm: @animx-jaya/animations  ·  @animx-jaya/core  ·  Turbo Monorepo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801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41832" y="12893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5270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AnimX and why it exists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20240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965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41832" y="19751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22128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packages &amp; data flow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6060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606040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26517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" y="26609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2898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Engines, frameworks &amp; tooling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2918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91840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33375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" y="33467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Components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" y="35844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components by category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977640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40233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832" y="40325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" y="42702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AnimXEngine API &amp; unified syntax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12344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1234440"/>
            <a:ext cx="54864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4727448" y="12801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48072" y="12893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8072" y="15270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app, routing &amp; code gen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19202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1920240"/>
            <a:ext cx="54864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4727448" y="1965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48072" y="19751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48072" y="22128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packages &amp; usage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26060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2606040"/>
            <a:ext cx="54864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4727448" y="26517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48072" y="26609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48072" y="2898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&amp; differentiators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32918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3291840"/>
            <a:ext cx="54864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7" name="Text 45"/>
          <p:cNvSpPr/>
          <p:nvPr/>
        </p:nvSpPr>
        <p:spPr>
          <a:xfrm>
            <a:off x="4727448" y="33375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48072" y="33467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48072" y="35844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insights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3977640"/>
            <a:ext cx="384048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17720" y="3977640"/>
            <a:ext cx="54864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2" name="Text 50"/>
          <p:cNvSpPr/>
          <p:nvPr/>
        </p:nvSpPr>
        <p:spPr>
          <a:xfrm>
            <a:off x="4727448" y="40233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48072" y="40325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48072" y="42702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ahead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AnimX?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 is a full-stack animation framework built as an open-source NPM library + web showcase app. It provides a collection of production-ready React animation components unified under a single, elegant API — so developers never have to juggle multiple animation libraries.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402336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😫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dev requires juggling GSAP, Framer Motion, CSS keyframes, and Tailwind animations — each with different APIs, docs, and mental models. Context-switching kills productivity.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2194560"/>
            <a:ext cx="402336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19456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Our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63347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 unifies all these engines under one API &amp; one import. Developers pick a component, customize via props, and get copy-paste-ready code. No library lock-in.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1920240" cy="9144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9867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3950208"/>
            <a:ext cx="1920240" cy="9144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39867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560320" y="4407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950208"/>
            <a:ext cx="1920240" cy="9144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39867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663440" y="4407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66560" y="3950208"/>
            <a:ext cx="1920240" cy="9144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39867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766560" y="4407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Turborepo — shared packages, isolated workspaces, and a Next.js showcase app.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8503920" cy="384048"/>
          </a:xfrm>
          <a:prstGeom prst="rect">
            <a:avLst/>
          </a:prstGeom>
          <a:solidFill>
            <a:srgbClr val="1A1A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animx-monorepo  (Turborepo + npm workspaces)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560320" cy="13716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25603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47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@animx-jaya/core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AnimXEngine ·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874520"/>
            <a:ext cx="2560320" cy="13716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874520"/>
            <a:ext cx="256032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947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packages/animations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249424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@animx-jaya/animations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· Framer · CSS · TW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788920" cy="13716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874520"/>
            <a:ext cx="278892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947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249424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Animation Detail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1560" y="1709928"/>
            <a:ext cx="54864" cy="1645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3886200" y="1709928"/>
            <a:ext cx="54864" cy="1645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1709928"/>
            <a:ext cx="54864" cy="1645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383280"/>
            <a:ext cx="8503920" cy="36576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520440"/>
            <a:ext cx="2148840" cy="13716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0440"/>
            <a:ext cx="45720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 Files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886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metadata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JSON per animation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42032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51760" y="3520440"/>
            <a:ext cx="2148840" cy="13716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1760" y="3520440"/>
            <a:ext cx="45720" cy="13716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/>
          <p:nvPr/>
        </p:nvSpPr>
        <p:spPr>
          <a:xfrm>
            <a:off x="278892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animationsLoader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88920" y="3886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loader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parse · sort · filter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8032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37760" y="3520440"/>
            <a:ext cx="2148840" cy="13716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3520440"/>
            <a:ext cx="45720" cy="1371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Routes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3886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/api/animations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/api/animations/:id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14032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23760" y="3520440"/>
            <a:ext cx="2148840" cy="13716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23760" y="352044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736092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60920" y="3886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Detail page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 UI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75564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Web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73152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73152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196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(Server + Client)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112264"/>
            <a:ext cx="73152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066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359152"/>
            <a:ext cx="73152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3134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73152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560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(animations + page transitions)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4114800" cy="175564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43000"/>
            <a:ext cx="41148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Engines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618488"/>
            <a:ext cx="73152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5047488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3 + ScrollTrigger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1865376"/>
            <a:ext cx="73152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18196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2112264"/>
            <a:ext cx="73152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2066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@keyframes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2359152"/>
            <a:ext cx="73152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23134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animate utilities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2606040"/>
            <a:ext cx="73152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2560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AnimXEngine (custom core)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081528"/>
            <a:ext cx="4114800" cy="175564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081528"/>
            <a:ext cx="41148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&amp; Build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3557016"/>
            <a:ext cx="73152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5112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(task orchestration)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803904"/>
            <a:ext cx="73152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37581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Workspaces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4050792"/>
            <a:ext cx="73152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40050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(animx-demo)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73152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42519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tsup (package bundler)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4544568"/>
            <a:ext cx="73152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" y="44988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across all packages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3081528"/>
            <a:ext cx="4114800" cy="175564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081528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&amp; DX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92040" y="3557016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5047488" y="35112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npm: @animx-jaya/core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92040" y="380390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5047488" y="37581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npm: @animx-jaya/animations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92040" y="4050792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5047488" y="40050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JSON-driven animation registry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92040" y="4297680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5047488" y="42519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 (live JSX preview)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892040" y="4544568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5047488" y="44988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routing (no auth)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COMPONENTS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Ready-to-Use Components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29184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247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GSAP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5389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TextScramble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618488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scramble / decode effect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46504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ParallaxHero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911096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parallax scrolling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075688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039112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CounterAnimation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203704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number counters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331720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InfiniteTextMarquee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496312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scrolling text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60904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24328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MagneticCursor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788920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cursor attraction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953512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91693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PaperFoldScroll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081528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fold on scroll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09544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ScrollExpandMedia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3374136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expand on scroll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538728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502152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SvgPathDrawing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666744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SVG path draw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831336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794760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HorizontalScrollText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3959352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scroll on wheel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123944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087368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TestimonialStackCards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4251960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parallax cards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1051560"/>
            <a:ext cx="201168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1051560"/>
            <a:ext cx="201168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1124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Framer Motion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1490472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14538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CardFlip3D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1618488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card flip interaction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1783080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17465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FullscreenCardSwipe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37760" y="1911096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swipeable cards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58000" y="1051560"/>
            <a:ext cx="1965960" cy="9144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0" y="1051560"/>
            <a:ext cx="196596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9" name="Text 47"/>
          <p:cNvSpPr/>
          <p:nvPr/>
        </p:nvSpPr>
        <p:spPr>
          <a:xfrm>
            <a:off x="6995160" y="11247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95160" y="1490472"/>
            <a:ext cx="64008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0" y="1453896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NeonGlow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32320" y="1618488"/>
            <a:ext cx="1600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glow text effect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2103120"/>
            <a:ext cx="1965960" cy="9144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58000" y="210312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6995160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Tailwind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995160" y="2542032"/>
            <a:ext cx="6400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7132320" y="2505456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StaggerPulse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0" y="2670048"/>
            <a:ext cx="1600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grid pulse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663440" y="2926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3154680"/>
            <a:ext cx="1325880" cy="228600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3154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26480" y="3154680"/>
            <a:ext cx="1325880" cy="228600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3154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89520" y="3154680"/>
            <a:ext cx="1325880" cy="22860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0" y="31546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63440" y="3474720"/>
            <a:ext cx="132588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34747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26480" y="3474720"/>
            <a:ext cx="1325880" cy="228600"/>
          </a:xfrm>
          <a:prstGeom prst="rect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26480" y="34747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589520" y="3474720"/>
            <a:ext cx="132588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0" y="34747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AnimXEngine — Unified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fluent, chainable GSAP wrapper that abstracts animation complexity into a readable, semantic API.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663440" cy="3154680"/>
          </a:xfrm>
          <a:prstGeom prst="rect">
            <a:avLst/>
          </a:prstGeom>
          <a:solidFill>
            <a:srgbClr val="0A0A18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AnimXEngine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Fade In with slide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AnimX.fade('#hero')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6654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.in(0.8)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.withSlide('up', 50)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.play()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700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8712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Scroll-triggered fadeIn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723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AnimX.onScroll('#section')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.fadeIn().play()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Hover lift effect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AnimX.hover('.card').lift(12)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1298448"/>
            <a:ext cx="182880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21808" y="13533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.fade()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21808" y="16276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in/out with optional slide direction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12080" y="2048256"/>
            <a:ext cx="182880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21808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.slide()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21808" y="2377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from any direction with opacity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12080" y="2798064"/>
            <a:ext cx="182880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21808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.scale()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31272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in/out/pulse with back-ease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12080" y="3547872"/>
            <a:ext cx="182880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21808" y="36027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.rotate()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21808" y="38770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rotation or axis flip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78040" y="1298448"/>
            <a:ext cx="182880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87768" y="13533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.stagger()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87768" y="16276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group animations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78040" y="2048256"/>
            <a:ext cx="182880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87768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.onScroll()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87768" y="2377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ScrollTrigger-powered scroll anims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78040" y="2798064"/>
            <a:ext cx="182880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287768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.hover()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87768" y="31272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&amp; scale on mouseenter/leave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78040" y="3547872"/>
            <a:ext cx="182880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287768" y="36027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.timeline()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87768" y="38770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raw GSAP timeline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 App &amp;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00584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54864" cy="1005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188720"/>
            <a:ext cx="1737360" cy="274320"/>
          </a:xfrm>
          <a:prstGeom prst="rect">
            <a:avLst/>
          </a:prstGeom>
          <a:solidFill>
            <a:srgbClr val="22D3EE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070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149961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animation → Landing → Enter Dashboard. Session-based routing with AnimatePresence.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8412480" cy="100584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04288"/>
            <a:ext cx="54864" cy="10058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377440"/>
            <a:ext cx="1737360" cy="27432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3957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26883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filter all 14 animations by category, engine, difficulty, and tags. Client-side filtering.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8412480" cy="100584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93008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566160"/>
            <a:ext cx="173736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58444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/animation/[id]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Detail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387705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live preview + interactive control panel. Real-time prop editing.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 Features: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11680" y="46634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+ Client Components  ·  Dynamic import (lazy loading)  ·  AnimatePresence transitions  ·  Code generator (live JSX output)  ·  Filter panel: Category, Engine, Difficulty, Tags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Generator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 generates copy-paste-ready React/JSX code in real-time as developers tweak animation props on the dashboard.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965960" cy="164592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Sliders, selects,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pickers, toggles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9202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32888" y="1325880"/>
            <a:ext cx="1965960" cy="164592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32888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32888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generateAnimxCode()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2286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prop names,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defaults, formats JSX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44568" y="19202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00016" y="1325880"/>
            <a:ext cx="1965960" cy="164592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0016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2286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import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prop-rich component code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11696" y="19202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67144" y="1325880"/>
            <a:ext cx="1965960" cy="164592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67144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67144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&amp; Ship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67144" y="2286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copies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 their project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8412480" cy="1645920"/>
          </a:xfrm>
          <a:prstGeom prst="rect">
            <a:avLst/>
          </a:prstGeom>
          <a:solidFill>
            <a:srgbClr val="0A0A18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Generated Output Example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474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TextScramble } from '@animx-jaya/animations'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67588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38404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&lt;TextScramble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0416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speed={40}  autoPlay={true}  textColor="#00c3ff"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2428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scrambleChars="ABCDEF...@#$%"  words={['ANIMATE', 'CREATE', 'INSPIRE']}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4439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NPM Packages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84048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161288"/>
            <a:ext cx="2651760" cy="292608"/>
          </a:xfrm>
          <a:prstGeom prst="rect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@animx-jaya/core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161288"/>
            <a:ext cx="822960" cy="29260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88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animation engine and type system. Provides AnimXEngine class, unified API, and all TypeScript types shared across the ecosystem.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51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AnimXEngine class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935224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98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182112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455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AnimationDTO / SummaryDTO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924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AnimationMetadata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675888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39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DifficultyLevel enum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Deps: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71600" y="3931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 ·  react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3840480" cy="320040"/>
          </a:xfrm>
          <a:prstGeom prst="rect">
            <a:avLst/>
          </a:prstGeom>
          <a:solidFill>
            <a:srgbClr val="0A0A18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702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@animx-jaya/core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051560"/>
            <a:ext cx="4114800" cy="384048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051560"/>
            <a:ext cx="411480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1161288"/>
            <a:ext cx="2651760" cy="292608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1887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@animx-jaya/animations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0" y="1161288"/>
            <a:ext cx="822960" cy="29260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1188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1600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production-ready, fully customizable React animation components. Each exports both the component and its metadata for programmatic access.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24231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688336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2651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named components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2935224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898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per component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182112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1455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ANIMATION_REGISTRY[]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429000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3924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Per-engine exports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675888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3639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TypeScript-safe props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0600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Deps: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69280" y="3931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 ·  framer-motion  ·  react  ·  react-dom  ·  lucide-react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206240"/>
            <a:ext cx="3840480" cy="320040"/>
          </a:xfrm>
          <a:prstGeom prst="rect">
            <a:avLst/>
          </a:prstGeom>
          <a:solidFill>
            <a:srgbClr val="0A0A18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42702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@animx-jaya/animations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AnimX Stand 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Plug &amp; Play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any component, pass props, done. No complex setup or configuration files required.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143000"/>
            <a:ext cx="274320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143000"/>
            <a:ext cx="27432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100% Customizable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16184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exposes TypeScript-safe React props for colors, timing, content, and motion curves.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143000"/>
            <a:ext cx="274320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14300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91656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Multi-Engine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1656" y="16184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GSAP, Framer Motion, CSS, and Tailwind unified under one import. No engine lock-in.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74320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26080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Monorepo DX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ensures fast builds, shared configs, and clean separation between packages and apps.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2926080"/>
            <a:ext cx="274320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2926080"/>
            <a:ext cx="274320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3447288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Live Code Gen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47288" y="340156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animation generates copy-paste-ready JSX code as you customize via the control panel.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4496" y="2926080"/>
            <a:ext cx="2743200" cy="160020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292608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391656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JSON Registry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1656" y="340156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metadata stored as JSON files — easy to add new animations without code changes.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84124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16152"/>
            <a:ext cx="228600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Hydration Mismatch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71800" y="12344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components using sessionStorage caused React hydration errors. Solved by initializing state as null and determining stage client-side in useEffect — keeping server + client first renders identical.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93976"/>
            <a:ext cx="8412480" cy="84124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93976"/>
            <a:ext cx="54864" cy="8412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167128"/>
            <a:ext cx="2286000" cy="274320"/>
          </a:xfrm>
          <a:prstGeom prst="rect">
            <a:avLst/>
          </a:prstGeom>
          <a:solidFill>
            <a:srgbClr val="22D3EE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854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Monorepo Package Linking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2185416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path resolution across packages in a Turborepo workspace required careful tsconfig references, tsup build config, and npm workspace protocol to ensure local packages resolved correctly.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8412480" cy="84124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44952"/>
            <a:ext cx="54864" cy="84124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118104"/>
            <a:ext cx="2286000" cy="27432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3639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Code Generator Precision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71800" y="313639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Serializing complex nested prop values (arrays of objects, multi-line strings) to valid JSX required custom formatPropLine logic with length heuristics for inline vs multi-line formatting.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8412480" cy="841248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95928"/>
            <a:ext cx="54864" cy="84124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069080"/>
            <a:ext cx="2286000" cy="274320"/>
          </a:xfrm>
          <a:prstGeom prst="rect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8736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Dynamic Imports + SSR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71800" y="408736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and Framer animations access the DOM and can't render server-side. Used Next.js dynamic() with ssr: false and a matching BootSpinner fallback to prevent layout shift.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97480" cy="306324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269748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WebGL animations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762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scroll-trigger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70662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adapter package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64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23697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all components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115568"/>
            <a:ext cx="2697480" cy="306324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115568"/>
            <a:ext cx="269748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11887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56432" y="1691640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3602736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 CLI (scaffold animations)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56432" y="2221992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3602736" y="21762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(snippets)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56432" y="2752344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3602736" y="270662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plugin integration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56432" y="3282696"/>
            <a:ext cx="6400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3602736" y="323697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playground (no-code)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1115568"/>
            <a:ext cx="2697480" cy="3063240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1115568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181344" y="11887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64224" y="1691640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submissions system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64224" y="2221992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21762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changelogs page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64224" y="2752344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10528" y="270662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sponsors / open-source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64224" y="3282696"/>
            <a:ext cx="6400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510528" y="323697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component tier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12122A"/>
          </a:solidFill>
          <a:ln w="12700">
            <a:solidFill>
              <a:srgbClr val="1E1E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315968"/>
            <a:ext cx="8412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End Goal: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920240" y="440740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go-to animation component library for React — the "shadcn/ui" of animations.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486400" y="-457200"/>
            <a:ext cx="4572000" cy="6858000"/>
          </a:xfrm>
          <a:prstGeom prst="rect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6583680" y="-457200"/>
            <a:ext cx="3657600" cy="6858000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91440" cy="3108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AnimX — Write Once. Animate Anywhere.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14 production-ready animation components across 4 engines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0779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Turborepo monorepo with 2 published NPM packages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5526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Next.js 14 showcase app with live code generator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60273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Unified AnimXEngine API — fluent, chainable, semantic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95020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TypeScript — fully typed props &amp; metadata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0D2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@animx-jaya/animations @animx-jaya/core  ·  MIT License  ·  github.com/K-JAYAVARDHANREDDY/AnimXBack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AnimX — Animation Library</dc:title>
  <dc:subject>PptxGenJS Presentation</dc:subject>
  <dc:creator>Ayushman</dc:creator>
  <cp:lastModifiedBy>Ayushman</cp:lastModifiedBy>
  <cp:revision>1</cp:revision>
  <dcterms:created xsi:type="dcterms:W3CDTF">2026-04-06T06:08:25Z</dcterms:created>
  <dcterms:modified xsi:type="dcterms:W3CDTF">2026-04-06T06:08:25Z</dcterms:modified>
</cp:coreProperties>
</file>